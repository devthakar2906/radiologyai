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C3680E88-62F8-43CE-99E2-3A5940A4537E}">
          <p14:sldIdLst>
            <p14:sldId id="256"/>
            <p14:sldId id="275"/>
          </p14:sldIdLst>
        </p14:section>
        <p14:section name="Abstract" id="{4ABAC926-2FBC-423C-97A8-B3924212A38A}">
          <p14:sldIdLst/>
        </p14:section>
        <p14:section name="Introduction" id="{0A06A5FC-6A5D-4E3C-8E0F-BB462B86387D}">
          <p14:sldIdLst/>
        </p14:section>
        <p14:section name="Literature Review" id="{672E9EF8-7487-4D79-8AEA-EC133F7EC663}">
          <p14:sldIdLst/>
        </p14:section>
        <p14:section name="Research Gap Identification" id="{7ABBB96F-40C4-4C9D-B750-F14269A88DE7}">
          <p14:sldIdLst/>
        </p14:section>
        <p14:section name="Problem Statement" id="{FE3BA508-ED06-4A88-9F63-4ACAC539B8E7}">
          <p14:sldIdLst/>
        </p14:section>
        <p14:section name="Proposed Methodology" id="{CDE82278-5DB3-4184-A7B8-017A2E1183F6}">
          <p14:sldIdLst/>
        </p14:section>
        <p14:section name="Conclusion" id="{F8C2DCB6-5445-4ED4-94A5-5118746B0315}">
          <p14:sldIdLst/>
        </p14:section>
        <p14:section name="Future Work" id="{4D5EAE5B-93D6-42D2-951A-08D02476EFF6}">
          <p14:sldIdLst/>
        </p14:section>
        <p14:section name="References" id="{783E9260-C417-4654-BA5B-A342A540F086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6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9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3210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5257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3583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915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4119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3671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09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6935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619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8275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2517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A541-74AD-4A70-8AFA-C7ABD81DEF50}" type="datetimeFigureOut">
              <a:rPr lang="en-IN" smtClean="0"/>
              <a:pPr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1898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88EDBF-3684-5E17-072D-73719826B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58" y="1619794"/>
            <a:ext cx="9144000" cy="8490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&lt;&lt;Title of the topic&gt;&gt;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F8853CE-6BB5-AF0B-2619-62E8EDBC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8733" y="4454039"/>
            <a:ext cx="3801291" cy="1907177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-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 -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EB65900-A144-040B-CA3E-886B527F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4058" y="194422"/>
            <a:ext cx="1793565" cy="1342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A3B5C34-1933-D502-76F4-6F8ED557D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55193" y="284069"/>
            <a:ext cx="2451847" cy="117143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EF8853CE-6BB5-AF0B-2619-62E8EDBC2BCF}"/>
              </a:ext>
            </a:extLst>
          </p:cNvPr>
          <p:cNvSpPr txBox="1">
            <a:spLocks/>
          </p:cNvSpPr>
          <p:nvPr/>
        </p:nvSpPr>
        <p:spPr>
          <a:xfrm>
            <a:off x="1355369" y="2793473"/>
            <a:ext cx="9117875" cy="1567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&lt;&lt;Department Name&gt;&gt;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 INSTITUTE OF TECHNOLOGY AND ENGINEERING RESEARCH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0445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927" y="0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Table of Content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500253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Overview &amp; Objectives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Software Requirements Specification (Find attachment for reference)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Company Profile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Tools &amp; Technologies Used</a:t>
            </a:r>
          </a:p>
          <a:p>
            <a:pPr marL="342900" indent="196850">
              <a:lnSpc>
                <a:spcPct val="107000"/>
              </a:lnSpc>
              <a:spcAft>
                <a:spcPts val="200"/>
              </a:spcAft>
              <a:buFont typeface="Wingdings" pitchFamily="2" charset="2"/>
              <a:buChar char="ü"/>
            </a:pPr>
            <a:r>
              <a:rPr lang="en-IN" sz="2000" kern="100" dirty="0" smtClean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Key Functionalities/Features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Progress Overview(</a:t>
            </a:r>
            <a:r>
              <a:rPr lang="en-US" sz="2000" kern="100" dirty="0" smtClean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Current Status of the Project, Completed Phases ,Ongoing Tasks/Modules)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Implementation screen shots(Code Blocks)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Results &amp;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Outcomes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Working Demo </a:t>
            </a:r>
          </a:p>
          <a:p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Conclusion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&amp; Future Scope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References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16143</TotalTime>
  <Words>80</Words>
  <Application>Microsoft Office PowerPoint</Application>
  <PresentationFormat>Custom</PresentationFormat>
  <Paragraphs>20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2013 - 2022 Theme</vt:lpstr>
      <vt:lpstr>&lt;&lt;Title of the topic&gt;&gt; </vt:lpstr>
      <vt:lpstr>Table of Content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Multi-Step Approach for Plant Disease Identification Using Neutral Network</dc:title>
  <dc:creator>smita upadhyay</dc:creator>
  <cp:lastModifiedBy>Admin</cp:lastModifiedBy>
  <cp:revision>120</cp:revision>
  <dcterms:created xsi:type="dcterms:W3CDTF">2023-10-26T06:29:37Z</dcterms:created>
  <dcterms:modified xsi:type="dcterms:W3CDTF">2026-04-08T09:10:34Z</dcterms:modified>
</cp:coreProperties>
</file>